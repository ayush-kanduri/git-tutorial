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4611-FECF-4A41-A4E8-4682CB9A2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0C6AB-FA06-4D1E-91CB-6BC54DF1C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B5250-E43B-4AF2-8B23-4BD33EF39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DAC6-3759-4451-B150-EDD1158D9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30F1E-7DC9-4342-8C23-25632C81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5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766B-0F8F-4A60-B86F-FB3E346AE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F8359-AAB3-4E23-AC83-EFA336E03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AF90-3EF0-4FF5-B2F2-8382532D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F94D5-E6F5-441B-B56D-A9C6E072F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1F87A-979D-482C-B858-61C52C900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77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6E88-8BF7-4C45-B175-A89708AC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5923A-7B49-4843-BAF0-1374F24F2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0CEB-93C4-48F0-A3FA-F310C696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6AFCB-6783-4DAA-9126-3CC4E517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89A30-270D-4777-A346-91A6BCD6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2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7B56-0A4D-4842-9B1A-6E62ED50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51B76-C173-4771-80D6-BB8331FCF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44331-804A-4D21-85DB-ADD09C4F8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D2B7D-FEFF-42CC-A8F7-AFA1EB87E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41CCF-E7A2-4204-B532-696CBBEB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1DE4F-76B6-49D0-B8CB-2A555355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0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58F3E-CEC9-451B-BE3E-9A99AFE5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8CFAE-63D0-422A-9AF8-88BA738E2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1B2C8-A9E2-4717-8852-A4CB986DC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BAA4A2-AB7B-4719-AAD8-7168DD050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33749-3C0B-4F37-8A15-AD61BD036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83029-6F1E-42D6-86FC-8ADF386F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CF99F-E17B-48A8-92EC-26CDB276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BB463-F37E-488D-A6D4-7336F644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1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C807-3D2C-4456-8FCB-DF27FD18D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E05F5-1B9B-41E3-8702-5D314ED4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A1CBB-2FAF-4CB5-9FBE-8CC797AE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4F44F-343F-4481-9DEE-AF09BB87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2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E8E6F-E304-4C8C-943E-E1D65118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C9394-D706-4AF1-ADBD-A059B271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76AEA-7C67-4741-B7BF-84943656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1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A7BE-679A-415A-B3AD-63752A3A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D397A-EA56-4826-848F-777521A68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B137C-4639-488E-81E9-C2EE8902D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A4D11-15B8-4891-9B1D-07CC0FCF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3FF0-F8F6-4FFB-A718-685EDA311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DB757-1A71-4260-A8F0-FD8A9C0B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1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BA9D-8F27-4497-887A-814993FE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7E06F-F14F-4304-B120-1854DF9B2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93D82-303E-4557-8B46-F7FFA7ED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BF521-4895-4FEE-847B-7E7A7170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FCBBA-918C-40F5-80CC-42B2D645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A8C87-DA75-479B-9D64-C59F66F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9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2ED7-85F5-4DD5-9C4D-1A6E35E2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F87B6-4535-488F-8565-195A99B0A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59D20-25FB-409B-914A-AF28707A8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E4B96-A178-4B19-83FC-5B8C0E86C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942FB-012B-47C3-A54C-A8309850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7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90482C-E0B3-4A10-940F-19861A6C2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8F5D7-AF1B-4BA2-B2E1-29856C911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4147-DE51-4239-AD8F-8E3EEE21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D4765-EADF-4046-9427-3ABF8971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47A2E-2FE6-43C8-9E61-5ACA82CD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6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16356-E235-4C80-B105-2DCDCF8E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9F4EA-7A33-4D74-8C77-4F3C56E38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A66FF-BA54-42B8-BD60-E38B1BB74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3FC22-E8BB-42CF-8935-CBE184DD5C7B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54872-58D0-4075-8F17-0C3C1832F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89DEC-E1D8-4869-BEB1-C1BE391EB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C5C35-A515-4264-BA86-037ECAA7B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2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D371-D474-4E7C-932E-0AC5545A9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sdfsedfwsef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973CC-C6FC-4529-8140-38C0238BE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werfwefwefwefwef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17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A181-E63D-414F-AD2C-A9633E5D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fsdfsdfsdfsdf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3FD03-94A3-4B07-8239-4084F0F5E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sdfsdfsdf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15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sdfsedfwsef</vt:lpstr>
      <vt:lpstr>fsdfsdfsdfsdf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sdfsedfwsef</dc:title>
  <dc:creator>Ayush Kanduri</dc:creator>
  <cp:lastModifiedBy>Ayush Kanduri</cp:lastModifiedBy>
  <cp:revision>2</cp:revision>
  <dcterms:created xsi:type="dcterms:W3CDTF">2021-03-12T16:43:46Z</dcterms:created>
  <dcterms:modified xsi:type="dcterms:W3CDTF">2021-03-12T16:50:07Z</dcterms:modified>
</cp:coreProperties>
</file>